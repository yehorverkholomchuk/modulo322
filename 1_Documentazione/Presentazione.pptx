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5E1129-DCF5-BC8C-3F11-D920A9EE3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7BFE94-4E1A-6221-DE84-117C6B40E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4B2A5C-E369-63F6-79FE-A8D38327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A0F362-5875-20C0-110E-447C775A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0A17EBE-4AA9-9030-6737-D1077403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244447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866DFC-0D74-A5CB-71AF-4C8932F9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CEFAEC-CFAA-8D40-2F85-7BEDEC7B9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CE73A6-FF37-2B22-E557-581753CE5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DAA434-4B7E-66D3-A6D8-D0646C31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04804A5-AD18-34E7-B21E-30B7E887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60483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6A70BF-63F9-E544-2451-009FC5A94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84F1BD-35B1-7F15-37CB-BCA7E24D2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F55B47F-7503-9E81-3E7A-E2CC11EE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D0138D-C03D-CFBF-9E18-20643191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EA3491-1BA9-0725-E122-11F0631E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19181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DE7864-C1C1-6415-5C2D-BBA8AAEC1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B388F7-03ED-FE94-5529-D171E9A29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BD301C8-8F30-52E1-A371-2FE869F87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4E12579-1492-C6EE-1A84-3DB0A6DA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C974504-AE46-0C80-953B-B82AB8AC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985C826-8550-DF0A-6693-86506B77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09545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841B3F-7C0B-757A-5645-9E3DFE47E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AF3071A-0303-28E7-CC34-6F3B9DD58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2DC3B4D-31DE-9D5F-9EE9-C742B993B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2E010F8-510D-08D2-F812-3EECC0676C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C1302FF-A147-02C6-2E2E-58C0EA082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2A92993-6760-858E-DDE3-1BE13B1D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238EB26-6F8F-559E-C939-6C457AAA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0F78E05-5995-9831-3724-E87D1067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955201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DD598F-2225-DBCB-127B-1BEB9C13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54A79E5-B8FE-B4A2-5C89-67E01BD2C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795E451-30AA-2E2A-8154-418BC281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F52B5A-0328-EB1F-BB49-AEC14A60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63966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743EF6A-761F-C924-44D2-11C22D53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54D6B0A-216D-2E30-D6B7-9EB6FFB3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7A64CF-B00F-0925-035B-EC4A8DDF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574738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A5531A-E0B5-30AF-A41A-41F969478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EF7BBF-251A-D415-2170-C3ABCEF3E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B29F97A-6B14-58C3-9F36-4E8FEA61E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0DB5190-CEA3-D307-A393-40CA7ACFC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814AE83-2512-9628-C820-AA82D96E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862E87B-4206-93FE-0C84-5213CF26D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991619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8BCE30-68D8-7BB4-0295-6A0FB7F15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89EDCE5-84DA-7B7E-833B-E9E73879F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014B87-44AB-A6E1-0951-47957FBF4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1265AB-9351-A1CE-5370-BA7777531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8118ABB-65B9-412A-F814-246C4C21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674AC07-0A8F-6A8C-C5F3-548AA70C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75646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F88581-ED7A-B53A-25CE-33384D91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447A832-94C6-FA3A-CEC2-26E8DDF81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1CA61F-94B5-597A-ABC8-965E7B2FA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2B70DE-49E2-47AA-F650-FBF43F04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8FC1DF-E4F4-DC50-A74E-473A54B9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5632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891CA2C-91DC-930A-E71E-16BDB6B08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6A9589-D677-A5EC-3A02-654C8BF49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BC4B67-7207-016F-936F-924EA04D6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9A458A4-590A-4CFF-2FAC-658DCB0C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0BCA0D-1EB8-C783-ADC4-4A1E20E7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108912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3CBFAA9-FB9A-415E-84B6-BD00D25DB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009E9F-33BD-CEEF-B894-6EC51A81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42B7D9-5E2C-D7C1-27BA-CE411189D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5CE595-B13C-46C8-97F0-8C3F26A41EE3}" type="datetimeFigureOut">
              <a:rPr lang="it-CH" smtClean="0"/>
              <a:t>03.06.2026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B75BFE-E345-D684-9A8B-0389D9433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AD51A7-1ABB-1B1D-4018-F7EFE9761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EDA5A-0C2B-4DDE-8A3B-390542DD9632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020134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A655E9-F206-E7A8-1FFC-1B3823B484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MY LIBRARY</a:t>
            </a:r>
            <a:endParaRPr lang="it-CH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40A5F46-D9B6-FBAB-E999-25D9D8637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202238"/>
            <a:ext cx="4882101" cy="1655762"/>
          </a:xfrm>
        </p:spPr>
        <p:txBody>
          <a:bodyPr/>
          <a:lstStyle/>
          <a:p>
            <a:r>
              <a:rPr lang="fr-CH" dirty="0"/>
              <a:t>Di </a:t>
            </a:r>
            <a:r>
              <a:rPr lang="fr-CH" dirty="0" err="1"/>
              <a:t>Yehor</a:t>
            </a:r>
            <a:r>
              <a:rPr lang="fr-CH" dirty="0"/>
              <a:t>, Riccardo e Fabio</a:t>
            </a:r>
          </a:p>
          <a:p>
            <a:r>
              <a:rPr lang="fr-CH" dirty="0"/>
              <a:t>2025/26</a:t>
            </a:r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989897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0EE4A2-F520-7CC3-BA74-0341C96D9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Indice</a:t>
            </a:r>
            <a:endParaRPr lang="it-CH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85E91C-BF33-9905-3A58-FA89021D0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err="1"/>
              <a:t>Cos’è</a:t>
            </a:r>
            <a:r>
              <a:rPr lang="fr-CH" dirty="0"/>
              <a:t> </a:t>
            </a:r>
            <a:r>
              <a:rPr lang="fr-CH" dirty="0" err="1"/>
              <a:t>My</a:t>
            </a:r>
            <a:r>
              <a:rPr lang="fr-CH" dirty="0"/>
              <a:t> Library</a:t>
            </a:r>
          </a:p>
          <a:p>
            <a:r>
              <a:rPr lang="fr-CH" dirty="0"/>
              <a:t>Come ci </a:t>
            </a:r>
            <a:r>
              <a:rPr lang="fr-CH" dirty="0" err="1"/>
              <a:t>siamo</a:t>
            </a:r>
            <a:r>
              <a:rPr lang="fr-CH" dirty="0"/>
              <a:t> </a:t>
            </a:r>
            <a:r>
              <a:rPr lang="fr-CH" dirty="0" err="1"/>
              <a:t>suddivisi</a:t>
            </a:r>
            <a:endParaRPr lang="fr-CH" dirty="0"/>
          </a:p>
          <a:p>
            <a:r>
              <a:rPr lang="fr-CH" dirty="0" err="1"/>
              <a:t>Tempistiche</a:t>
            </a:r>
            <a:endParaRPr lang="fr-CH" dirty="0"/>
          </a:p>
          <a:p>
            <a:r>
              <a:rPr lang="fr-CH" dirty="0" err="1"/>
              <a:t>Codice</a:t>
            </a:r>
            <a:endParaRPr lang="fr-CH" dirty="0"/>
          </a:p>
          <a:p>
            <a:r>
              <a:rPr lang="fr-CH" dirty="0" err="1"/>
              <a:t>Dimostrazione</a:t>
            </a:r>
            <a:endParaRPr lang="fr-CH" dirty="0"/>
          </a:p>
          <a:p>
            <a:r>
              <a:rPr lang="fr-CH" dirty="0" err="1"/>
              <a:t>Problemi</a:t>
            </a:r>
            <a:r>
              <a:rPr lang="fr-CH" dirty="0"/>
              <a:t> e bug</a:t>
            </a:r>
          </a:p>
          <a:p>
            <a:r>
              <a:rPr lang="fr-CH" dirty="0" err="1"/>
              <a:t>Conclusioni</a:t>
            </a:r>
            <a:endParaRPr lang="fr-CH" dirty="0"/>
          </a:p>
          <a:p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208000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3AE26A-E581-770B-D48D-1DF9B9C4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402A18-0982-751A-F557-EA611BCED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016522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CD33D1-DBFA-95F2-1A7B-9118C782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My</a:t>
            </a:r>
            <a:r>
              <a:rPr lang="fr-CH" dirty="0"/>
              <a:t> Library</a:t>
            </a:r>
            <a:endParaRPr lang="it-CH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24079C-9693-E083-790E-79B9E4DD0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err="1"/>
              <a:t>Applicativo</a:t>
            </a:r>
            <a:r>
              <a:rPr lang="fr-CH" dirty="0"/>
              <a:t> per la </a:t>
            </a:r>
            <a:r>
              <a:rPr lang="fr-CH" dirty="0" err="1"/>
              <a:t>gestione</a:t>
            </a:r>
            <a:r>
              <a:rPr lang="fr-CH" dirty="0"/>
              <a:t> di </a:t>
            </a:r>
            <a:r>
              <a:rPr lang="fr-CH" dirty="0" err="1"/>
              <a:t>libri</a:t>
            </a:r>
            <a:r>
              <a:rPr lang="fr-CH" dirty="0"/>
              <a:t> e film</a:t>
            </a:r>
          </a:p>
          <a:p>
            <a:r>
              <a:rPr lang="fr-CH" dirty="0" err="1"/>
              <a:t>Creazione</a:t>
            </a:r>
            <a:r>
              <a:rPr lang="fr-CH" dirty="0"/>
              <a:t> di </a:t>
            </a:r>
            <a:r>
              <a:rPr lang="fr-CH" dirty="0" err="1"/>
              <a:t>schede</a:t>
            </a:r>
            <a:endParaRPr lang="fr-CH" dirty="0"/>
          </a:p>
          <a:p>
            <a:r>
              <a:rPr lang="fr-CH" dirty="0"/>
              <a:t>Tempo </a:t>
            </a:r>
            <a:r>
              <a:rPr lang="fr-CH" dirty="0" err="1"/>
              <a:t>dedicato</a:t>
            </a:r>
            <a:endParaRPr lang="fr-CH" dirty="0"/>
          </a:p>
          <a:p>
            <a:r>
              <a:rPr lang="fr-CH" dirty="0" err="1"/>
              <a:t>Valutazione</a:t>
            </a:r>
            <a:r>
              <a:rPr lang="fr-CH" dirty="0"/>
              <a:t> 1/10</a:t>
            </a:r>
          </a:p>
          <a:p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855781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84D411-0187-1C2A-0093-02438ED0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Suddivisione</a:t>
            </a:r>
            <a:endParaRPr lang="it-CH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2B50B0-7E7E-11EC-CBE9-5D3F72AD8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err="1"/>
              <a:t>Yehor</a:t>
            </a:r>
            <a:r>
              <a:rPr lang="fr-CH" dirty="0"/>
              <a:t>: </a:t>
            </a:r>
            <a:r>
              <a:rPr lang="fr-CH" dirty="0" err="1"/>
              <a:t>principalmente</a:t>
            </a:r>
            <a:r>
              <a:rPr lang="fr-CH" dirty="0"/>
              <a:t> </a:t>
            </a:r>
            <a:r>
              <a:rPr lang="fr-CH" dirty="0" err="1"/>
              <a:t>applicativo</a:t>
            </a:r>
            <a:endParaRPr lang="fr-CH" dirty="0"/>
          </a:p>
          <a:p>
            <a:endParaRPr lang="fr-CH" dirty="0"/>
          </a:p>
          <a:p>
            <a:r>
              <a:rPr lang="fr-CH" dirty="0"/>
              <a:t>Fabio: </a:t>
            </a:r>
            <a:r>
              <a:rPr lang="fr-CH" dirty="0" err="1"/>
              <a:t>applicativo</a:t>
            </a:r>
            <a:r>
              <a:rPr lang="fr-CH" dirty="0"/>
              <a:t> (style e un po’ C#), </a:t>
            </a:r>
            <a:r>
              <a:rPr lang="fr-CH" dirty="0" err="1"/>
              <a:t>documentazione</a:t>
            </a:r>
            <a:r>
              <a:rPr lang="fr-CH" dirty="0"/>
              <a:t>, </a:t>
            </a:r>
            <a:r>
              <a:rPr lang="fr-CH" dirty="0" err="1"/>
              <a:t>presentazione</a:t>
            </a:r>
            <a:r>
              <a:rPr lang="fr-CH" dirty="0"/>
              <a:t>, </a:t>
            </a:r>
            <a:r>
              <a:rPr lang="fr-CH" dirty="0" err="1"/>
              <a:t>video</a:t>
            </a:r>
            <a:endParaRPr lang="fr-CH" dirty="0"/>
          </a:p>
          <a:p>
            <a:endParaRPr lang="fr-CH" dirty="0"/>
          </a:p>
          <a:p>
            <a:r>
              <a:rPr lang="fr-CH" dirty="0"/>
              <a:t>Riccardo: </a:t>
            </a:r>
            <a:r>
              <a:rPr lang="fr-CH" dirty="0" err="1"/>
              <a:t>applicativo</a:t>
            </a:r>
            <a:r>
              <a:rPr lang="fr-CH" dirty="0"/>
              <a:t>, </a:t>
            </a:r>
            <a:r>
              <a:rPr lang="fr-CH" dirty="0" err="1"/>
              <a:t>documentazione</a:t>
            </a:r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4216916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093C41-3BE4-7EEA-0139-1DF6E0F5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Tempistiche</a:t>
            </a:r>
            <a:endParaRPr lang="it-CH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061E17-0B14-1938-0528-484003E55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err="1"/>
              <a:t>Inizio</a:t>
            </a:r>
            <a:r>
              <a:rPr lang="fr-CH" dirty="0"/>
              <a:t>: 15.04.2026</a:t>
            </a:r>
          </a:p>
          <a:p>
            <a:r>
              <a:rPr lang="fr-CH" dirty="0" err="1"/>
              <a:t>Consegna</a:t>
            </a:r>
            <a:r>
              <a:rPr lang="fr-CH" dirty="0"/>
              <a:t>: 07.06.2026</a:t>
            </a:r>
          </a:p>
          <a:p>
            <a:endParaRPr lang="fr-CH" dirty="0"/>
          </a:p>
          <a:p>
            <a:r>
              <a:rPr lang="fr-CH" dirty="0" err="1"/>
              <a:t>Abbastanza</a:t>
            </a:r>
            <a:r>
              <a:rPr lang="fr-CH" dirty="0"/>
              <a:t> </a:t>
            </a:r>
            <a:r>
              <a:rPr lang="fr-CH" dirty="0" err="1"/>
              <a:t>lineare</a:t>
            </a:r>
            <a:r>
              <a:rPr lang="fr-CH" dirty="0"/>
              <a:t>, piccolo sprint finale</a:t>
            </a:r>
            <a:endParaRPr lang="it-CH" dirty="0"/>
          </a:p>
          <a:p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2695318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5BFB29-F030-63C5-FF58-4F9843E07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Dimostrazione</a:t>
            </a:r>
            <a:endParaRPr lang="it-CH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7B42FF-56F4-8937-F7C8-E404B963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err="1"/>
              <a:t>Aprire</a:t>
            </a:r>
            <a:r>
              <a:rPr lang="fr-CH" dirty="0"/>
              <a:t> </a:t>
            </a:r>
            <a:r>
              <a:rPr lang="fr-CH" dirty="0" err="1"/>
              <a:t>video</a:t>
            </a:r>
            <a:r>
              <a:rPr lang="fr-CH"/>
              <a:t> UI </a:t>
            </a:r>
            <a:r>
              <a:rPr lang="fr-CH" dirty="0"/>
              <a:t>test</a:t>
            </a:r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37977090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85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MY LIBRARY</vt:lpstr>
      <vt:lpstr>Indice</vt:lpstr>
      <vt:lpstr>Presentazione standard di PowerPoint</vt:lpstr>
      <vt:lpstr>My Library</vt:lpstr>
      <vt:lpstr>Suddivisione</vt:lpstr>
      <vt:lpstr>Tempistiche</vt:lpstr>
      <vt:lpstr>Dimostrazione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lfd405@cpt.local</dc:creator>
  <cp:lastModifiedBy>lfd405@cpt.local</cp:lastModifiedBy>
  <cp:revision>6</cp:revision>
  <dcterms:created xsi:type="dcterms:W3CDTF">2026-06-03T11:16:10Z</dcterms:created>
  <dcterms:modified xsi:type="dcterms:W3CDTF">2026-06-03T12:15:13Z</dcterms:modified>
</cp:coreProperties>
</file>