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2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15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D2445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12A52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LIBRARY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286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libri e film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Yehor, Riccardo e Fabio  ·  2025/26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445"/>
          </a:solidFill>
          <a:ln w="12700">
            <a:solidFill>
              <a:srgbClr val="0D2445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1704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My Library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7647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7922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3865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Tempistiche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00837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035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e Bug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363016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2519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4279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Dimostrazione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457200"/>
            <a:ext cx="3840480" cy="3840480"/>
          </a:xfrm>
          <a:prstGeom prst="ellipse">
            <a:avLst/>
          </a:prstGeom>
          <a:solidFill>
            <a:srgbClr val="112A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7" name="Shape 15"/>
          <p:cNvSpPr/>
          <p:nvPr/>
        </p:nvSpPr>
        <p:spPr>
          <a:xfrm>
            <a:off x="5943600" y="1188720"/>
            <a:ext cx="2286000" cy="2286000"/>
          </a:xfrm>
          <a:prstGeom prst="ellipse">
            <a:avLst/>
          </a:prstGeom>
          <a:solidFill>
            <a:srgbClr val="0D2445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LIBRARY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5087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Libri &amp; Film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28803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Applicativo completo per organizzare la tua libreria personale di libri e film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128016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50876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 Schede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514600" y="28803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schede dettagliate per ogni titolo con informazioni personalizzate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0" y="128016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50876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1/10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663440" y="28803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 rating preciso per valutare ogni libro o film con un voto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720840" y="1280160"/>
            <a:ext cx="1920240" cy="32918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150876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Account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812280" y="288036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 cancella il tuo account in modo semplice e sicuro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richieste dagli utenti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2A52"/>
          </a:solidFill>
          <a:ln w="9525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373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Multiple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categorie di libri e film, inclusi Fumetti e altri generi speciali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5087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2A52"/>
          </a:solidFill>
          <a:ln w="9525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7373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statistiche dettagliate sulla tua collezione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508760"/>
            <a:ext cx="2560320" cy="3017520"/>
          </a:xfrm>
          <a:prstGeom prst="roundRect">
            <a:avLst>
              <a:gd name="adj" fmla="val 4286"/>
            </a:avLst>
          </a:prstGeom>
          <a:solidFill>
            <a:srgbClr val="112A52"/>
          </a:solidFill>
          <a:ln w="9525">
            <a:solidFill>
              <a:srgbClr val="00B4D8"/>
            </a:solidFill>
            <a:prstDash val="solid"/>
          </a:ln>
          <a:effectLst>
            <a:outerShdw blurRad="152400" dist="508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7373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Tempo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7220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 il tempo necessario per terminare un libro o un film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TEMPISTICHE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7315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5" name="Shape 3"/>
          <p:cNvSpPr/>
          <p:nvPr/>
        </p:nvSpPr>
        <p:spPr>
          <a:xfrm>
            <a:off x="713232" y="2542032"/>
            <a:ext cx="402336" cy="402336"/>
          </a:xfrm>
          <a:prstGeom prst="ellipse">
            <a:avLst/>
          </a:prstGeom>
          <a:solidFill>
            <a:srgbClr val="00B4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5786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Apr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13632" y="2542032"/>
            <a:ext cx="402336" cy="402336"/>
          </a:xfrm>
          <a:prstGeom prst="ellipse">
            <a:avLst/>
          </a:prstGeom>
          <a:solidFill>
            <a:srgbClr val="00B4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96" y="25786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Abbastanza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114032" y="2542032"/>
            <a:ext cx="402336" cy="402336"/>
          </a:xfrm>
          <a:prstGeom prst="ellipse">
            <a:avLst/>
          </a:prstGeom>
          <a:solidFill>
            <a:srgbClr val="00B4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5786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Giu 2026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0" y="402336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18" name="Text 13"/>
          <p:cNvSpPr/>
          <p:nvPr/>
        </p:nvSpPr>
        <p:spPr>
          <a:xfrm>
            <a:off x="3200400" y="40233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Sprint finale a fine progetto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E BUG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Ostacoli affrontati durante lo sviluppo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12A52"/>
          </a:solidFill>
          <a:ln w="12700">
            <a:solidFill>
              <a:srgbClr val="1A3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18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Compatibilità .NET 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20299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di compatibilità legati all'aggiornamento a .NET 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800600" y="15087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12A52"/>
          </a:solidFill>
          <a:ln w="12700">
            <a:solidFill>
              <a:srgbClr val="1A3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6184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di Stiling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23560" y="20299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Difficoltà nello styling </a:t>
            </a:r>
            <a:r>
              <a:rPr lang="en-US" sz="1000" dirty="0" err="1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dell'interfaccia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32004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12A52"/>
          </a:solidFill>
          <a:ln w="12700">
            <a:solidFill>
              <a:srgbClr val="1A3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11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10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con Settings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721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Configurazioni persistenti non </a:t>
            </a:r>
            <a:r>
              <a:rPr lang="en-US" sz="1000" dirty="0" err="1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funzionanti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800600" y="32004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12A52"/>
          </a:solidFill>
          <a:ln w="12700">
            <a:solidFill>
              <a:srgbClr val="1A3A6A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CH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118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310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MAUI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623560" y="37216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specifici del framework .NET MAUI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82880"/>
            <a:ext cx="4572000" cy="4572000"/>
          </a:xfrm>
          <a:prstGeom prst="ellipse">
            <a:avLst/>
          </a:prstGeom>
          <a:solidFill>
            <a:srgbClr val="0D2445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926080" cy="2926080"/>
          </a:xfrm>
          <a:prstGeom prst="ellipse">
            <a:avLst/>
          </a:prstGeom>
          <a:solidFill>
            <a:srgbClr val="112A52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it-C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4173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154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DIMOSTRAZIONE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Aprire il video dell'applicativo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</Words>
  <Application>Microsoft Office PowerPoint</Application>
  <PresentationFormat>Presentazione su schermo (16:9)</PresentationFormat>
  <Paragraphs>63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Library</dc:title>
  <dc:subject>PptxGenJS Presentation</dc:subject>
  <dc:creator>PptxGenJS</dc:creator>
  <cp:lastModifiedBy>lfd405</cp:lastModifiedBy>
  <cp:revision>3</cp:revision>
  <dcterms:created xsi:type="dcterms:W3CDTF">2026-06-09T19:28:16Z</dcterms:created>
  <dcterms:modified xsi:type="dcterms:W3CDTF">2026-06-09T19:31:46Z</dcterms:modified>
</cp:coreProperties>
</file>